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694B5-0157-40D9-9720-A58E6FF38697}" v="3" dt="2026-09-16T17:38:05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 SINDHU" userId="ba9045dfab1bb8d5" providerId="LiveId" clId="{769033CB-8AA2-42CD-8B00-B8D50F7B51A8}"/>
    <pc:docChg chg="custSel modSld">
      <pc:chgData name="C SINDHU" userId="ba9045dfab1bb8d5" providerId="LiveId" clId="{769033CB-8AA2-42CD-8B00-B8D50F7B51A8}" dt="2026-09-16T17:36:12.881" v="8"/>
      <pc:docMkLst>
        <pc:docMk/>
      </pc:docMkLst>
      <pc:sldChg chg="addSp delSp modSp mod chgLayout">
        <pc:chgData name="C SINDHU" userId="ba9045dfab1bb8d5" providerId="LiveId" clId="{769033CB-8AA2-42CD-8B00-B8D50F7B51A8}" dt="2026-09-16T17:36:12.881" v="8"/>
        <pc:sldMkLst>
          <pc:docMk/>
          <pc:sldMk cId="760823463" sldId="256"/>
        </pc:sldMkLst>
        <pc:spChg chg="add del mod ord">
          <ac:chgData name="C SINDHU" userId="ba9045dfab1bb8d5" providerId="LiveId" clId="{769033CB-8AA2-42CD-8B00-B8D50F7B51A8}" dt="2026-09-16T17:34:29.951" v="1" actId="6264"/>
          <ac:spMkLst>
            <pc:docMk/>
            <pc:sldMk cId="760823463" sldId="256"/>
            <ac:spMk id="2" creationId="{F747D267-DB92-FF47-EE28-5AA9F6B83A0F}"/>
          </ac:spMkLst>
        </pc:spChg>
        <pc:spChg chg="add del mod ord">
          <ac:chgData name="C SINDHU" userId="ba9045dfab1bb8d5" providerId="LiveId" clId="{769033CB-8AA2-42CD-8B00-B8D50F7B51A8}" dt="2026-09-16T17:34:29.951" v="1" actId="6264"/>
          <ac:spMkLst>
            <pc:docMk/>
            <pc:sldMk cId="760823463" sldId="256"/>
            <ac:spMk id="3" creationId="{08C4893A-E214-4A22-F377-7A4FC2F67E09}"/>
          </ac:spMkLst>
        </pc:spChg>
        <pc:spChg chg="add del mod ord">
          <ac:chgData name="C SINDHU" userId="ba9045dfab1bb8d5" providerId="LiveId" clId="{769033CB-8AA2-42CD-8B00-B8D50F7B51A8}" dt="2026-09-16T17:34:44.411" v="3" actId="478"/>
          <ac:spMkLst>
            <pc:docMk/>
            <pc:sldMk cId="760823463" sldId="256"/>
            <ac:spMk id="4" creationId="{46ACD6F5-DB8A-8AE5-0946-94A021BCEA32}"/>
          </ac:spMkLst>
        </pc:spChg>
        <pc:spChg chg="add del mod ord">
          <ac:chgData name="C SINDHU" userId="ba9045dfab1bb8d5" providerId="LiveId" clId="{769033CB-8AA2-42CD-8B00-B8D50F7B51A8}" dt="2026-09-16T17:34:47.381" v="4" actId="478"/>
          <ac:spMkLst>
            <pc:docMk/>
            <pc:sldMk cId="760823463" sldId="256"/>
            <ac:spMk id="6" creationId="{26432586-7B42-E9F1-D260-16D879FF5B37}"/>
          </ac:spMkLst>
        </pc:spChg>
        <pc:spChg chg="add del mod">
          <ac:chgData name="C SINDHU" userId="ba9045dfab1bb8d5" providerId="LiveId" clId="{769033CB-8AA2-42CD-8B00-B8D50F7B51A8}" dt="2026-09-16T17:36:12.881" v="8"/>
          <ac:spMkLst>
            <pc:docMk/>
            <pc:sldMk cId="760823463" sldId="256"/>
            <ac:spMk id="9" creationId="{6D1F6DC7-4B2C-207B-FBE0-DA8F4ACCAEB5}"/>
          </ac:spMkLst>
        </pc:spChg>
        <pc:picChg chg="del">
          <ac:chgData name="C SINDHU" userId="ba9045dfab1bb8d5" providerId="LiveId" clId="{769033CB-8AA2-42CD-8B00-B8D50F7B51A8}" dt="2026-09-16T17:34:39.974" v="2" actId="478"/>
          <ac:picMkLst>
            <pc:docMk/>
            <pc:sldMk cId="760823463" sldId="256"/>
            <ac:picMk id="5" creationId="{812E3425-7374-647E-32A3-BBC0550426E8}"/>
          </ac:picMkLst>
        </pc:picChg>
        <pc:picChg chg="add mod">
          <ac:chgData name="C SINDHU" userId="ba9045dfab1bb8d5" providerId="LiveId" clId="{769033CB-8AA2-42CD-8B00-B8D50F7B51A8}" dt="2026-09-16T17:34:59.223" v="5" actId="931"/>
          <ac:picMkLst>
            <pc:docMk/>
            <pc:sldMk cId="760823463" sldId="256"/>
            <ac:picMk id="8" creationId="{429CA106-79A5-6F43-FF08-1B14AF8EC2A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3517F-969A-0A51-1BE3-07A6A1FAF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205D1-5833-F422-1C10-893014F9B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EE665-A3BA-0707-DE13-A08D0CC1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3377-A599-4619-A570-C156485CF30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07473-8D0F-238A-191D-D2D85EEBF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80B3C-E0E2-D324-414D-8A1F04AD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CE9D-F948-48E7-9735-6CA052612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92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8FE8-26F8-F24F-D577-A427956A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7E981-F4D5-C1E0-8922-C2564B26F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A48FF-61BF-F1C7-AFC7-27418354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3377-A599-4619-A570-C156485CF30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013ED-651C-49A9-A596-CAD6E60F5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3AA3-A3D3-CB1C-EA8E-A320E19E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CE9D-F948-48E7-9735-6CA052612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521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227E-4601-A2B8-7DD0-E7332FF9E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D84FF-E2F3-8CCB-261A-E4EDAFC07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ACFC0-7561-398E-E82D-882DA5994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3377-A599-4619-A570-C156485CF30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9AE7D-8CB0-CB91-0183-A7E4D995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7017B-2622-DE1B-BDC4-7DEF9DF1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CE9D-F948-48E7-9735-6CA052612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356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29C9-0AF2-77AD-A7BF-8E4A3AB8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3FAD3-E371-E8D7-2091-E01206B9D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1CBF5E-4141-8214-F982-45F684B12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236D7-15E3-816E-71CE-3782CA7F0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3377-A599-4619-A570-C156485CF30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BFBD4-98AF-0E0A-216D-AF1104EC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04E13-0765-E30B-A50E-F052EB56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CE9D-F948-48E7-9735-6CA052612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29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92A59-7BB5-724A-6CFE-4BCFB753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638B8-F977-3FC2-03DA-E3BB79773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38816-B636-6C5D-E1E2-6A25B76AB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A4867-F4B3-472E-6E3E-8F9862FFF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134028-B132-62ED-B3A3-D8DB7B444C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CE45C-8BFC-E1DA-D1DD-7247AB23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3377-A599-4619-A570-C156485CF30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70F3AC-753D-3183-BBEB-2D93306D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9D266-4A28-0B99-7425-9E7DD5E5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CE9D-F948-48E7-9735-6CA052612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745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5F04F-28CB-6B7E-962A-A16D3A104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8A961-E98A-B712-1EFA-4D4F4322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3377-A599-4619-A570-C156485CF30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64465-F0C5-A9EF-0A6D-A95CC814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52FE3-22A3-CD5F-F2F9-F1D70644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CE9D-F948-48E7-9735-6CA052612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072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99A1C-F25C-CDAC-0C77-88CEF1AB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3377-A599-4619-A570-C156485CF30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9A00C-4325-2665-6124-FDE46B2C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524B1-BC14-2BE9-28E2-F5C105C1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CE9D-F948-48E7-9735-6CA052612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845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C1AC-3652-A21B-D4E2-F043F42CD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1C24C-A7F8-7437-CB13-CD7F63910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F685C-A30F-13A2-4B6D-04CF8E026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C6BBB-2019-51D5-5B6A-1A5B71FE6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3377-A599-4619-A570-C156485CF30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C5C61-3FD9-EA22-86BC-7DDE94F8B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C9E4B-26AD-4113-9D71-C4E906719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CE9D-F948-48E7-9735-6CA052612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53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B51C1-E2C6-524D-AD56-5253F672C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CB0574-702D-E1DE-004B-FBE2BD6AF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FCC5C-A6AD-2032-7177-3DCB69A39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4B1AE-1934-C13C-E150-3D91A6388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3377-A599-4619-A570-C156485CF30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9CE85-29EA-51AD-D891-6BF8F319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C8F94-44F1-7488-2240-4099493E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CE9D-F948-48E7-9735-6CA052612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643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D501-CE29-F0FF-1FC7-A693D9F7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438DE-273E-E7BD-EEB4-890E99022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CD86C-85D1-302D-48D7-7F9F97CE1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3377-A599-4619-A570-C156485CF30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CBD69-6850-359A-C117-F6AF60CC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3BAD2-82CF-BBBE-9021-06DAFAA8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CE9D-F948-48E7-9735-6CA052612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710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B7DB94-C72C-D959-83EB-C62E422BD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136A2-699A-59E0-7A7E-337735785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F0179-3DB4-47F5-417D-F6AFD04DA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3377-A599-4619-A570-C156485CF30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41419-A840-5EF6-A8A5-5F1654124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D104F-3810-C706-D5E8-60F8FBE2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CE9D-F948-48E7-9735-6CA052612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327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43428D-E658-3DE8-1782-3ACD4D532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63D87-E249-119F-9775-ECDBEE852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F6E91-F76D-5556-98A9-E7E396600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43377-A599-4619-A570-C156485CF30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BA730-29A7-C249-8F69-FACF14DE0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22D3D-8522-C217-4652-C37530347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CCE9D-F948-48E7-9735-6CA052612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8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9CA106-79A5-6F43-FF08-1B14AF8EC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2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02B6E-B26A-5E91-CFC4-6DDC0A875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0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36BD4F-A22E-7988-FF72-D3F7DA153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41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7CF60-4CAB-76BF-97B3-A1CCA138C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5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EF6110-3009-88FD-CEFB-C3F4B8C69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14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7FCAD-4B92-3062-59BB-EF06C244B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1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E61D54-2735-D98F-3B96-5E331F243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37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35E987-7F1C-2DCA-C2AE-EF9553AE6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32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119696-2443-1114-DAB5-2AEB40908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01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1A0FBB-976C-1447-4EF1-46BDAF928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84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904EE-04CD-971E-395B-3481D6B06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20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99A50-7457-F093-2A40-9B9BA6A51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02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07FC15-DEEB-984A-1C03-DB436C844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27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E9D119-81FE-AEBC-C7FB-68D36C82A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03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AFE526-986A-FC3C-7681-BAE24F963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42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01355E-51DE-EE29-C727-FCF67D1DF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193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67671A-1732-A504-9FAC-1E0B0F98C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090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2ACC4A-E2E5-C004-A0B3-E9F003606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00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7B4194-9D7B-F67C-EF0A-5E2D78E3E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50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CSP Zeroeth review</Template>
  <TotalTime>4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SINDHU</dc:creator>
  <cp:lastModifiedBy>C SINDHU</cp:lastModifiedBy>
  <cp:revision>1</cp:revision>
  <dcterms:created xsi:type="dcterms:W3CDTF">2026-09-16T17:32:59Z</dcterms:created>
  <dcterms:modified xsi:type="dcterms:W3CDTF">2026-09-16T17:38:43Z</dcterms:modified>
</cp:coreProperties>
</file>